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1457">
          <p15:clr>
            <a:srgbClr val="A4A3A4"/>
          </p15:clr>
        </p15:guide>
        <p15:guide id="3" pos="4679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1" roundtripDataSignature="AMtx7mgqjuxsEfwMGadxCIgkK6dcno1l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1457" orient="horz"/>
        <p:guide pos="467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590bf54b8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6590bf54b8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590bf54b8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6590bf54b8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590bf54b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6590bf54b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590bf54b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6590bf54b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24650" y="1420325"/>
            <a:ext cx="105873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b="1" i="0" sz="18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Ihh… só de pensar em contabilidade já te dá uma dor de cabeça? 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 contabilidade, para muitas pessoas é uma fonte constante de preocupação. Você pode estar com problemas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para regularizar a contabilidade da sua empresa, e até mesmo já ter passado por contadores que não foram realmente uma boa solução.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Tudo isso faz </a:t>
            </a: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sua empresa passar por problemas que muitas vezes poderiam ser evitados.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Mas quer saber? Calma.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 gente é realmente Do Bem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 queremos tornar sua contabilidade uma parte leve da gestão da sua empresa.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Não prometemos solução mágica.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Mas prometemos te ajudar a regularizar sua empresa com transparência e suporte contínuo.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#TamoJunto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#AquiéDoBem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Muitos têm dificuldades de manter regularizada a contabilidade de sua empresa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Para a maioria das empresas, contabilidade é uma dor de cabeça e fonte de preocupação constante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Muitos além de achar que contabilidade é um serviço caro, tem também medo de encarar possíveis dívidas ou multas e preferem fingir que não existem até um possível incêndio explodir.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Outros já foram “enrolados” por contadores ou por outras empresas de contabilidade e desconfiam de novos serviços oferecidos.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 tudo isso junto faz sua empresa passar por problemas que muitas vezes poderiam ser evitados.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Mas quer saber? Calma.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 gente é realmente Do Bem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 queremos tornar sua contabilidade uma parte leve da gestão da sua empresa.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Não prometemos solução mágica.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Mas prometemos te ajudar a regularizar sua empresa com transparência e suporte contínuo.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#TamoJunto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#AquiéDoBem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372787" y="498821"/>
            <a:ext cx="5531370" cy="399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062334" y="543677"/>
            <a:ext cx="6310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Roteiro de Pitch para clientes Do Bem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590bf54b8_0_13"/>
          <p:cNvSpPr txBox="1"/>
          <p:nvPr/>
        </p:nvSpPr>
        <p:spPr>
          <a:xfrm>
            <a:off x="524647" y="1331925"/>
            <a:ext cx="105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Uma plataforma Online de contabilidade especializada para empresas que precisam de transparência e agilidade.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Através de nosso site ou app, nossos contadores habilitados irão conhecer a sua empresa e entender as necessidades e desafios que ela enfrenta.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Faremos um diagnóstico inicial da saúde da sua empresa e analisaremos pontos que precisam ser regularizados ou pendências que precisam ser resolvidas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Apresentamos nosso diagnóstico a você e juntos, criamos um planejamento contábil para que você possa, aos poucos, dentro da sua realidade financeira, regularizar suas pendências e pagar possíveis multas.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Você poderá solicitar serviços e acompanhar a timeline de demandas e obrigações contábeis da empresa, interagindo com os contadores em tempo real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Você sempre receberá prestação de contas de todos os serviços que estão sendo realizados e também recebe avisos de quando precisa realizar alguma ação para concluir alguma pendência, como pagamento de tributos, ou envio de documentos.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Assim, você mantém sua empresa regularizada e livre de preocupações.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6590bf54b8_0_13"/>
          <p:cNvSpPr/>
          <p:nvPr/>
        </p:nvSpPr>
        <p:spPr>
          <a:xfrm>
            <a:off x="3372787" y="498821"/>
            <a:ext cx="5531400" cy="39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6590bf54b8_0_13"/>
          <p:cNvSpPr txBox="1"/>
          <p:nvPr/>
        </p:nvSpPr>
        <p:spPr>
          <a:xfrm>
            <a:off x="4062334" y="543677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Roteiro de Pitch para clientes Do Bem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590bf54b8_0_38"/>
          <p:cNvSpPr txBox="1"/>
          <p:nvPr/>
        </p:nvSpPr>
        <p:spPr>
          <a:xfrm>
            <a:off x="524647" y="1331925"/>
            <a:ext cx="105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Nossos Planos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Descrever aqui planos a partir de (_) e o que incluem</a:t>
            </a: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6590bf54b8_0_38"/>
          <p:cNvSpPr/>
          <p:nvPr/>
        </p:nvSpPr>
        <p:spPr>
          <a:xfrm>
            <a:off x="3372787" y="498821"/>
            <a:ext cx="5531400" cy="39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6590bf54b8_0_38"/>
          <p:cNvSpPr txBox="1"/>
          <p:nvPr/>
        </p:nvSpPr>
        <p:spPr>
          <a:xfrm>
            <a:off x="4062334" y="543677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Roteiro de Pitch para clientes Do Bem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6590bf54b8_0_1"/>
          <p:cNvSpPr txBox="1"/>
          <p:nvPr/>
        </p:nvSpPr>
        <p:spPr>
          <a:xfrm>
            <a:off x="524646" y="1685225"/>
            <a:ext cx="1077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Vantagens de ser Do Bem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Segurança de estar contratando contadores qualificados e validados pela nossa plataforma. 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Preços competitivos e pagamento facilitado via boleto, cartão, crédito ou débito em conta.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Licença gratuita ao sistema de gestão financeira (ERP) ContAzul,  para sua empresa.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Visualização em tempo real em nossas plataformas do que está sendo feito e entregue.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Suporte via chat, ligação e whatsapp para tirar as suas dúvidas a qualquer momento.</a:t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6590bf54b8_0_1"/>
          <p:cNvSpPr/>
          <p:nvPr/>
        </p:nvSpPr>
        <p:spPr>
          <a:xfrm>
            <a:off x="3372787" y="498821"/>
            <a:ext cx="5531400" cy="39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6590bf54b8_0_1"/>
          <p:cNvSpPr txBox="1"/>
          <p:nvPr/>
        </p:nvSpPr>
        <p:spPr>
          <a:xfrm>
            <a:off x="4062334" y="543677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Roteiro de Pitch para clientes Do Bem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590bf54b8_0_25"/>
          <p:cNvSpPr txBox="1"/>
          <p:nvPr/>
        </p:nvSpPr>
        <p:spPr>
          <a:xfrm>
            <a:off x="524655" y="1835993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Chamada para ação (O que o cliente deve fazer?)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6590bf54b8_0_25"/>
          <p:cNvSpPr txBox="1"/>
          <p:nvPr/>
        </p:nvSpPr>
        <p:spPr>
          <a:xfrm>
            <a:off x="524655" y="3631314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Contatos e redes sociais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6590bf54b8_0_25"/>
          <p:cNvSpPr/>
          <p:nvPr/>
        </p:nvSpPr>
        <p:spPr>
          <a:xfrm>
            <a:off x="3372787" y="498821"/>
            <a:ext cx="5531400" cy="39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6590bf54b8_0_25"/>
          <p:cNvSpPr txBox="1"/>
          <p:nvPr/>
        </p:nvSpPr>
        <p:spPr>
          <a:xfrm>
            <a:off x="4062334" y="543677"/>
            <a:ext cx="6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Roteiro de Pitch para clientes Do Bem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2016-08-17T01:38:13Z</dcterms:created>
  <dc:creator>MARCELO MAGALHÃES</dc:creator>
</cp:coreProperties>
</file>