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roxima Nova Bold" charset="1" panose="02000506030000020004"/>
      <p:regular r:id="rId19"/>
    </p:embeddedFont>
    <p:embeddedFont>
      <p:font typeface="Arimo Bold" charset="1" panose="020B0704020202020204"/>
      <p:regular r:id="rId20"/>
    </p:embeddedFont>
    <p:embeddedFont>
      <p:font typeface="Nunito" charset="1" panose="00000000000000000000"/>
      <p:regular r:id="rId21"/>
    </p:embeddedFont>
    <p:embeddedFont>
      <p:font typeface="Proxima Nova" charset="1" panose="02000506030000020004"/>
      <p:regular r:id="rId22"/>
    </p:embeddedFont>
    <p:embeddedFont>
      <p:font typeface="Proxima Nova Heavy" charset="1" panose="02000506030000020004"/>
      <p:regular r:id="rId23"/>
    </p:embeddedFont>
    <p:embeddedFont>
      <p:font typeface="Raleway" charset="1" panose="00000000000000000000"/>
      <p:regular r:id="rId24"/>
    </p:embeddedFont>
    <p:embeddedFont>
      <p:font typeface="Raleway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5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5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20298" y="1028700"/>
            <a:ext cx="845359" cy="845359"/>
          </a:xfrm>
          <a:custGeom>
            <a:avLst/>
            <a:gdLst/>
            <a:ahLst/>
            <a:cxnLst/>
            <a:rect r="r" b="b" t="t" l="l"/>
            <a:pathLst>
              <a:path h="845359" w="845359">
                <a:moveTo>
                  <a:pt x="0" y="0"/>
                </a:moveTo>
                <a:lnTo>
                  <a:pt x="845359" y="0"/>
                </a:lnTo>
                <a:lnTo>
                  <a:pt x="845359" y="845359"/>
                </a:lnTo>
                <a:lnTo>
                  <a:pt x="0" y="845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22508" y="2936219"/>
            <a:ext cx="11873584" cy="7858154"/>
          </a:xfrm>
          <a:custGeom>
            <a:avLst/>
            <a:gdLst/>
            <a:ahLst/>
            <a:cxnLst/>
            <a:rect r="r" b="b" t="t" l="l"/>
            <a:pathLst>
              <a:path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81803" y="6657037"/>
            <a:ext cx="3798197" cy="46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true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ABDO CASSEB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69654" y="-734700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14973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81803" y="3688686"/>
            <a:ext cx="9595518" cy="1454814"/>
            <a:chOff x="0" y="0"/>
            <a:chExt cx="12794023" cy="1939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8034" cy="1838034"/>
            </a:xfrm>
            <a:custGeom>
              <a:avLst/>
              <a:gdLst/>
              <a:ahLst/>
              <a:cxnLst/>
              <a:rect r="r" b="b" t="t" l="l"/>
              <a:pathLst>
                <a:path h="1838034" w="1838034">
                  <a:moveTo>
                    <a:pt x="0" y="0"/>
                  </a:moveTo>
                  <a:lnTo>
                    <a:pt x="1838034" y="0"/>
                  </a:lnTo>
                  <a:lnTo>
                    <a:pt x="1838034" y="1838034"/>
                  </a:lnTo>
                  <a:lnTo>
                    <a:pt x="0" y="183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765823" y="28575"/>
              <a:ext cx="11028200" cy="11425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48"/>
                </a:lnSpc>
              </a:pPr>
              <a:r>
                <a:rPr lang="en-US" b="true" sz="577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85770" y="915421"/>
              <a:ext cx="10231768" cy="1024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77"/>
                </a:lnSpc>
              </a:pPr>
              <a:r>
                <a:rPr lang="en-US" sz="4626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81803" y="7168804"/>
            <a:ext cx="4666922" cy="42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</a:pPr>
            <a:r>
              <a:rPr lang="en-US" sz="3101" b="true">
                <a:solidFill>
                  <a:srgbClr val="0A0A0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HEAD OF SALES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95430">
            <a:off x="1670577" y="-302895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488735" y="802781"/>
            <a:ext cx="8914057" cy="10028315"/>
            <a:chOff x="0" y="0"/>
            <a:chExt cx="5370413" cy="6041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0" y="6041715"/>
                  </a:moveTo>
                  <a:lnTo>
                    <a:pt x="0" y="0"/>
                  </a:lnTo>
                  <a:cubicBezTo>
                    <a:pt x="1790138" y="2013905"/>
                    <a:pt x="3580275" y="4027810"/>
                    <a:pt x="5370413" y="6041715"/>
                  </a:cubicBezTo>
                  <a:lnTo>
                    <a:pt x="0" y="6041715"/>
                  </a:lnTo>
                  <a:close/>
                </a:path>
              </a:pathLst>
            </a:custGeom>
            <a:solidFill>
              <a:srgbClr val="F9D54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70413" cy="6041715"/>
            </a:xfrm>
            <a:custGeom>
              <a:avLst/>
              <a:gdLst/>
              <a:ahLst/>
              <a:cxnLst/>
              <a:rect r="r" b="b" t="t" l="l"/>
              <a:pathLst>
                <a:path h="6041715" w="5370413">
                  <a:moveTo>
                    <a:pt x="0" y="6041715"/>
                  </a:moveTo>
                  <a:lnTo>
                    <a:pt x="0" y="0"/>
                  </a:lnTo>
                  <a:cubicBezTo>
                    <a:pt x="1790138" y="2013905"/>
                    <a:pt x="3580275" y="4027810"/>
                    <a:pt x="5370413" y="6041715"/>
                  </a:cubicBezTo>
                  <a:lnTo>
                    <a:pt x="0" y="6041715"/>
                  </a:lnTo>
                  <a:close/>
                </a:path>
              </a:pathLst>
            </a:custGeom>
            <a:blipFill>
              <a:blip r:embed="rId4"/>
              <a:stretch>
                <a:fillRect l="0" t="-20284" r="-5559" b="-2028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79465" y="4669032"/>
            <a:ext cx="9798175" cy="399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6"/>
              </a:lnSpc>
            </a:pPr>
            <a:r>
              <a:rPr lang="en-US" sz="2833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"Na Do Bem TECH, usamos tecnologia para fazer o bem. Ajudamos empresas a crescerem com mais vendas, mais conexão com seus clientes e mais investimento nas pessoas que fazem tudo acontecer. Somos um hub de soluções que une inovação, paixão por tecnologia e evolução constante. Nosso foco? Transformar o agora com impacto positivo e real. Porque quem inova com propósito, transforma de verdade."</a:t>
            </a:r>
          </a:p>
          <a:p>
            <a:pPr algn="r">
              <a:lnSpc>
                <a:spcPts val="3966"/>
              </a:lnSpc>
            </a:pPr>
            <a:r>
              <a:rPr lang="en-US" sz="2833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295866" y="-734700"/>
            <a:ext cx="1660777" cy="1469400"/>
            <a:chOff x="0" y="0"/>
            <a:chExt cx="437406" cy="3870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41184" y="-734700"/>
            <a:ext cx="489701" cy="1469400"/>
            <a:chOff x="0" y="0"/>
            <a:chExt cx="128975" cy="3870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79465" y="2029493"/>
            <a:ext cx="9798175" cy="1485539"/>
            <a:chOff x="0" y="0"/>
            <a:chExt cx="13064233" cy="19807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76853" cy="1876853"/>
            </a:xfrm>
            <a:custGeom>
              <a:avLst/>
              <a:gdLst/>
              <a:ahLst/>
              <a:cxnLst/>
              <a:rect r="r" b="b" t="t" l="l"/>
              <a:pathLst>
                <a:path h="1876853" w="1876853">
                  <a:moveTo>
                    <a:pt x="0" y="0"/>
                  </a:moveTo>
                  <a:lnTo>
                    <a:pt x="1876853" y="0"/>
                  </a:lnTo>
                  <a:lnTo>
                    <a:pt x="1876853" y="1876853"/>
                  </a:lnTo>
                  <a:lnTo>
                    <a:pt x="0" y="1876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803117" y="28575"/>
              <a:ext cx="11261116" cy="1167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82"/>
                </a:lnSpc>
              </a:pPr>
              <a:r>
                <a:rPr lang="en-US" b="true" sz="5893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129822" y="927040"/>
              <a:ext cx="10447863" cy="1053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13"/>
                </a:lnSpc>
              </a:pPr>
              <a:r>
                <a:rPr lang="en-US" sz="4724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   Tecnologia para o bem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2077" y="662561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241" y="662561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176950"/>
            <a:ext cx="15931348" cy="5574965"/>
          </a:xfrm>
          <a:custGeom>
            <a:avLst/>
            <a:gdLst/>
            <a:ahLst/>
            <a:cxnLst/>
            <a:rect r="r" b="b" t="t" l="l"/>
            <a:pathLst>
              <a:path h="5574965" w="15931348">
                <a:moveTo>
                  <a:pt x="0" y="0"/>
                </a:moveTo>
                <a:lnTo>
                  <a:pt x="15931348" y="0"/>
                </a:lnTo>
                <a:lnTo>
                  <a:pt x="15931348" y="5574965"/>
                </a:lnTo>
                <a:lnTo>
                  <a:pt x="0" y="5574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88" r="0" b="-2688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025760" y="1028700"/>
            <a:ext cx="9263679" cy="1454814"/>
            <a:chOff x="0" y="0"/>
            <a:chExt cx="12351572" cy="19397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4470" cy="1838034"/>
            </a:xfrm>
            <a:custGeom>
              <a:avLst/>
              <a:gdLst/>
              <a:ahLst/>
              <a:cxnLst/>
              <a:rect r="r" b="b" t="t" l="l"/>
              <a:pathLst>
                <a:path h="1838034" w="1774470">
                  <a:moveTo>
                    <a:pt x="0" y="0"/>
                  </a:moveTo>
                  <a:lnTo>
                    <a:pt x="1774470" y="0"/>
                  </a:lnTo>
                  <a:lnTo>
                    <a:pt x="1774470" y="1838034"/>
                  </a:lnTo>
                  <a:lnTo>
                    <a:pt x="0" y="183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1" t="0" r="-179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704756" y="28575"/>
              <a:ext cx="10646815" cy="11425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48"/>
                </a:lnSpc>
              </a:pPr>
              <a:r>
                <a:rPr lang="en-US" b="true" sz="577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013639" y="915421"/>
              <a:ext cx="9877926" cy="1024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77"/>
                </a:lnSpc>
              </a:pPr>
              <a:r>
                <a:rPr lang="en-US" sz="4626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84704" y="7764471"/>
            <a:ext cx="10857885" cy="5181559"/>
          </a:xfrm>
          <a:custGeom>
            <a:avLst/>
            <a:gdLst/>
            <a:ahLst/>
            <a:cxnLst/>
            <a:rect r="r" b="b" t="t" l="l"/>
            <a:pathLst>
              <a:path h="5181559" w="10857885">
                <a:moveTo>
                  <a:pt x="0" y="0"/>
                </a:moveTo>
                <a:lnTo>
                  <a:pt x="10857885" y="0"/>
                </a:lnTo>
                <a:lnTo>
                  <a:pt x="10857885" y="5181559"/>
                </a:lnTo>
                <a:lnTo>
                  <a:pt x="0" y="51815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6991022" y="1539221"/>
            <a:ext cx="1660777" cy="1469400"/>
            <a:chOff x="0" y="0"/>
            <a:chExt cx="437406" cy="3870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50745" y="9621587"/>
            <a:ext cx="1660777" cy="1469400"/>
            <a:chOff x="0" y="0"/>
            <a:chExt cx="437406" cy="387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6416780" y="1539221"/>
            <a:ext cx="489701" cy="1469400"/>
            <a:chOff x="0" y="0"/>
            <a:chExt cx="128975" cy="3870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96063" y="9621587"/>
            <a:ext cx="489701" cy="1469400"/>
            <a:chOff x="0" y="0"/>
            <a:chExt cx="128975" cy="3870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50745" y="2501451"/>
            <a:ext cx="7342329" cy="6589741"/>
          </a:xfrm>
          <a:custGeom>
            <a:avLst/>
            <a:gdLst/>
            <a:ahLst/>
            <a:cxnLst/>
            <a:rect r="r" b="b" t="t" l="l"/>
            <a:pathLst>
              <a:path h="6589741" w="7342329">
                <a:moveTo>
                  <a:pt x="0" y="0"/>
                </a:moveTo>
                <a:lnTo>
                  <a:pt x="7342329" y="0"/>
                </a:lnTo>
                <a:lnTo>
                  <a:pt x="7342329" y="6589741"/>
                </a:lnTo>
                <a:lnTo>
                  <a:pt x="0" y="6589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93074" y="1028700"/>
            <a:ext cx="7944626" cy="7944626"/>
          </a:xfrm>
          <a:custGeom>
            <a:avLst/>
            <a:gdLst/>
            <a:ahLst/>
            <a:cxnLst/>
            <a:rect r="r" b="b" t="t" l="l"/>
            <a:pathLst>
              <a:path h="7944626" w="7944626">
                <a:moveTo>
                  <a:pt x="0" y="0"/>
                </a:moveTo>
                <a:lnTo>
                  <a:pt x="7944626" y="0"/>
                </a:lnTo>
                <a:lnTo>
                  <a:pt x="7944626" y="7944626"/>
                </a:lnTo>
                <a:lnTo>
                  <a:pt x="0" y="79446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301268" y="3579381"/>
            <a:ext cx="3128238" cy="312823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98266" y="1028700"/>
            <a:ext cx="3407703" cy="116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61"/>
              </a:lnSpc>
              <a:spcBef>
                <a:spcPct val="0"/>
              </a:spcBef>
            </a:pPr>
            <a:r>
              <a:rPr lang="en-US" b="true" sz="3821" strike="noStrike" u="none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NOSSA SOLUÇÃO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3732" y="3918085"/>
            <a:ext cx="17078632" cy="4813303"/>
          </a:xfrm>
          <a:custGeom>
            <a:avLst/>
            <a:gdLst/>
            <a:ahLst/>
            <a:cxnLst/>
            <a:rect r="r" b="b" t="t" l="l"/>
            <a:pathLst>
              <a:path h="4813303" w="17078632">
                <a:moveTo>
                  <a:pt x="0" y="0"/>
                </a:moveTo>
                <a:lnTo>
                  <a:pt x="17078633" y="0"/>
                </a:lnTo>
                <a:lnTo>
                  <a:pt x="17078633" y="4813303"/>
                </a:lnTo>
                <a:lnTo>
                  <a:pt x="0" y="4813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14" r="-112" b="-46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23503" y="538668"/>
            <a:ext cx="5440994" cy="3141526"/>
          </a:xfrm>
          <a:custGeom>
            <a:avLst/>
            <a:gdLst/>
            <a:ahLst/>
            <a:cxnLst/>
            <a:rect r="r" b="b" t="t" l="l"/>
            <a:pathLst>
              <a:path h="3141526" w="5440994">
                <a:moveTo>
                  <a:pt x="0" y="0"/>
                </a:moveTo>
                <a:lnTo>
                  <a:pt x="5440994" y="0"/>
                </a:lnTo>
                <a:lnTo>
                  <a:pt x="5440994" y="3141527"/>
                </a:lnTo>
                <a:lnTo>
                  <a:pt x="0" y="3141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0511" y="2538535"/>
            <a:ext cx="14246388" cy="7346571"/>
          </a:xfrm>
          <a:custGeom>
            <a:avLst/>
            <a:gdLst/>
            <a:ahLst/>
            <a:cxnLst/>
            <a:rect r="r" b="b" t="t" l="l"/>
            <a:pathLst>
              <a:path h="7346571" w="14246388">
                <a:moveTo>
                  <a:pt x="0" y="0"/>
                </a:moveTo>
                <a:lnTo>
                  <a:pt x="14246388" y="0"/>
                </a:lnTo>
                <a:lnTo>
                  <a:pt x="14246388" y="7346571"/>
                </a:lnTo>
                <a:lnTo>
                  <a:pt x="0" y="7346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3" t="-42" r="-133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09221" y="344111"/>
            <a:ext cx="2198550" cy="1973198"/>
          </a:xfrm>
          <a:custGeom>
            <a:avLst/>
            <a:gdLst/>
            <a:ahLst/>
            <a:cxnLst/>
            <a:rect r="r" b="b" t="t" l="l"/>
            <a:pathLst>
              <a:path h="1973198" w="2198550">
                <a:moveTo>
                  <a:pt x="0" y="0"/>
                </a:moveTo>
                <a:lnTo>
                  <a:pt x="2198549" y="0"/>
                </a:lnTo>
                <a:lnTo>
                  <a:pt x="2198549" y="1973198"/>
                </a:lnTo>
                <a:lnTo>
                  <a:pt x="0" y="1973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246986" y="603303"/>
            <a:ext cx="9263679" cy="1454814"/>
            <a:chOff x="0" y="0"/>
            <a:chExt cx="12351572" cy="19397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4470" cy="1838034"/>
            </a:xfrm>
            <a:custGeom>
              <a:avLst/>
              <a:gdLst/>
              <a:ahLst/>
              <a:cxnLst/>
              <a:rect r="r" b="b" t="t" l="l"/>
              <a:pathLst>
                <a:path h="1838034" w="1774470">
                  <a:moveTo>
                    <a:pt x="0" y="0"/>
                  </a:moveTo>
                  <a:lnTo>
                    <a:pt x="1774470" y="0"/>
                  </a:lnTo>
                  <a:lnTo>
                    <a:pt x="1774470" y="1838034"/>
                  </a:lnTo>
                  <a:lnTo>
                    <a:pt x="0" y="183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91" t="0" r="-1791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704756" y="28575"/>
              <a:ext cx="10646815" cy="11425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48"/>
                </a:lnSpc>
              </a:pPr>
              <a:r>
                <a:rPr lang="en-US" b="true" sz="577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13639" y="915421"/>
              <a:ext cx="9877926" cy="1024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77"/>
                </a:lnSpc>
              </a:pPr>
              <a:r>
                <a:rPr lang="en-US" sz="4626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5868" y="2083326"/>
            <a:ext cx="15856264" cy="8612981"/>
          </a:xfrm>
          <a:custGeom>
            <a:avLst/>
            <a:gdLst/>
            <a:ahLst/>
            <a:cxnLst/>
            <a:rect r="r" b="b" t="t" l="l"/>
            <a:pathLst>
              <a:path h="8612981" w="15856264">
                <a:moveTo>
                  <a:pt x="0" y="0"/>
                </a:moveTo>
                <a:lnTo>
                  <a:pt x="15856264" y="0"/>
                </a:lnTo>
                <a:lnTo>
                  <a:pt x="15856264" y="8612981"/>
                </a:lnTo>
                <a:lnTo>
                  <a:pt x="0" y="8612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8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57497" y="603303"/>
            <a:ext cx="7559152" cy="1187126"/>
            <a:chOff x="0" y="0"/>
            <a:chExt cx="10078870" cy="15828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7966" cy="1499834"/>
            </a:xfrm>
            <a:custGeom>
              <a:avLst/>
              <a:gdLst/>
              <a:ahLst/>
              <a:cxnLst/>
              <a:rect r="r" b="b" t="t" l="l"/>
              <a:pathLst>
                <a:path h="1499834" w="1447966">
                  <a:moveTo>
                    <a:pt x="0" y="0"/>
                  </a:moveTo>
                  <a:lnTo>
                    <a:pt x="1447966" y="0"/>
                  </a:lnTo>
                  <a:lnTo>
                    <a:pt x="1447966" y="1499834"/>
                  </a:lnTo>
                  <a:lnTo>
                    <a:pt x="0" y="149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1" t="0" r="-1791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391079" y="19050"/>
              <a:ext cx="8687790" cy="936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80"/>
                </a:lnSpc>
              </a:pPr>
              <a:r>
                <a:rPr lang="en-US" b="true" sz="470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643127" y="750259"/>
              <a:ext cx="8060377" cy="832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85"/>
                </a:lnSpc>
              </a:pPr>
              <a:r>
                <a:rPr lang="en-US" sz="3775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31236" y="275855"/>
            <a:ext cx="2697931" cy="1390044"/>
          </a:xfrm>
          <a:custGeom>
            <a:avLst/>
            <a:gdLst/>
            <a:ahLst/>
            <a:cxnLst/>
            <a:rect r="r" b="b" t="t" l="l"/>
            <a:pathLst>
              <a:path h="1390044" w="2697931">
                <a:moveTo>
                  <a:pt x="0" y="0"/>
                </a:moveTo>
                <a:lnTo>
                  <a:pt x="2697931" y="0"/>
                </a:lnTo>
                <a:lnTo>
                  <a:pt x="2697931" y="1390044"/>
                </a:lnTo>
                <a:lnTo>
                  <a:pt x="0" y="1390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031" r="0" b="-6031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1926" y="3096381"/>
            <a:ext cx="16604147" cy="5949142"/>
          </a:xfrm>
          <a:custGeom>
            <a:avLst/>
            <a:gdLst/>
            <a:ahLst/>
            <a:cxnLst/>
            <a:rect r="r" b="b" t="t" l="l"/>
            <a:pathLst>
              <a:path h="5949142" w="16604147">
                <a:moveTo>
                  <a:pt x="0" y="0"/>
                </a:moveTo>
                <a:lnTo>
                  <a:pt x="16604148" y="0"/>
                </a:lnTo>
                <a:lnTo>
                  <a:pt x="16604148" y="5949141"/>
                </a:lnTo>
                <a:lnTo>
                  <a:pt x="0" y="5949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2" t="0" r="-155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34445" y="603303"/>
            <a:ext cx="8011628" cy="1258185"/>
            <a:chOff x="0" y="0"/>
            <a:chExt cx="10682171" cy="1677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34638" cy="1589611"/>
            </a:xfrm>
            <a:custGeom>
              <a:avLst/>
              <a:gdLst/>
              <a:ahLst/>
              <a:cxnLst/>
              <a:rect r="r" b="b" t="t" l="l"/>
              <a:pathLst>
                <a:path h="1589611" w="1534638">
                  <a:moveTo>
                    <a:pt x="0" y="0"/>
                  </a:moveTo>
                  <a:lnTo>
                    <a:pt x="1534638" y="0"/>
                  </a:lnTo>
                  <a:lnTo>
                    <a:pt x="1534638" y="1589611"/>
                  </a:lnTo>
                  <a:lnTo>
                    <a:pt x="0" y="158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1" t="0" r="-1791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474347" y="28575"/>
              <a:ext cx="9207824" cy="984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90"/>
                </a:lnSpc>
              </a:pPr>
              <a:r>
                <a:rPr lang="en-US" b="true" sz="499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741481" y="789634"/>
              <a:ext cx="8542855" cy="887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1"/>
                </a:lnSpc>
              </a:pPr>
              <a:r>
                <a:rPr lang="en-US" sz="4001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33779" y="603303"/>
            <a:ext cx="3838179" cy="2216092"/>
          </a:xfrm>
          <a:custGeom>
            <a:avLst/>
            <a:gdLst/>
            <a:ahLst/>
            <a:cxnLst/>
            <a:rect r="r" b="b" t="t" l="l"/>
            <a:pathLst>
              <a:path h="2216092" w="3838179">
                <a:moveTo>
                  <a:pt x="0" y="0"/>
                </a:moveTo>
                <a:lnTo>
                  <a:pt x="3838180" y="0"/>
                </a:lnTo>
                <a:lnTo>
                  <a:pt x="3838180" y="2216092"/>
                </a:lnTo>
                <a:lnTo>
                  <a:pt x="0" y="2216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545194"/>
            <a:ext cx="18288000" cy="5523513"/>
          </a:xfrm>
          <a:custGeom>
            <a:avLst/>
            <a:gdLst/>
            <a:ahLst/>
            <a:cxnLst/>
            <a:rect r="r" b="b" t="t" l="l"/>
            <a:pathLst>
              <a:path h="5523513" w="18288000">
                <a:moveTo>
                  <a:pt x="0" y="0"/>
                </a:moveTo>
                <a:lnTo>
                  <a:pt x="18288000" y="0"/>
                </a:lnTo>
                <a:lnTo>
                  <a:pt x="18288000" y="5523512"/>
                </a:lnTo>
                <a:lnTo>
                  <a:pt x="0" y="552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151" r="0" b="-10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225" y="745839"/>
            <a:ext cx="6580326" cy="3799355"/>
          </a:xfrm>
          <a:custGeom>
            <a:avLst/>
            <a:gdLst/>
            <a:ahLst/>
            <a:cxnLst/>
            <a:rect r="r" b="b" t="t" l="l"/>
            <a:pathLst>
              <a:path h="3799355" w="6580326">
                <a:moveTo>
                  <a:pt x="0" y="0"/>
                </a:moveTo>
                <a:lnTo>
                  <a:pt x="6580326" y="0"/>
                </a:lnTo>
                <a:lnTo>
                  <a:pt x="6580326" y="3799355"/>
                </a:lnTo>
                <a:lnTo>
                  <a:pt x="0" y="3799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22026" y="2016424"/>
            <a:ext cx="8011628" cy="1258185"/>
            <a:chOff x="0" y="0"/>
            <a:chExt cx="10682171" cy="16775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34638" cy="1589611"/>
            </a:xfrm>
            <a:custGeom>
              <a:avLst/>
              <a:gdLst/>
              <a:ahLst/>
              <a:cxnLst/>
              <a:rect r="r" b="b" t="t" l="l"/>
              <a:pathLst>
                <a:path h="1589611" w="1534638">
                  <a:moveTo>
                    <a:pt x="0" y="0"/>
                  </a:moveTo>
                  <a:lnTo>
                    <a:pt x="1534638" y="0"/>
                  </a:lnTo>
                  <a:lnTo>
                    <a:pt x="1534638" y="1589611"/>
                  </a:lnTo>
                  <a:lnTo>
                    <a:pt x="0" y="158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91" t="0" r="-1791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474347" y="28575"/>
              <a:ext cx="9207824" cy="984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90"/>
                </a:lnSpc>
              </a:pPr>
              <a:r>
                <a:rPr lang="en-US" b="true" sz="499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741481" y="789634"/>
              <a:ext cx="8542855" cy="887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1"/>
                </a:lnSpc>
              </a:pPr>
              <a:r>
                <a:rPr lang="en-US" sz="4001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49926"/>
            <a:ext cx="9263679" cy="1454814"/>
            <a:chOff x="0" y="0"/>
            <a:chExt cx="12351572" cy="1939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4470" cy="1838034"/>
            </a:xfrm>
            <a:custGeom>
              <a:avLst/>
              <a:gdLst/>
              <a:ahLst/>
              <a:cxnLst/>
              <a:rect r="r" b="b" t="t" l="l"/>
              <a:pathLst>
                <a:path h="1838034" w="1774470">
                  <a:moveTo>
                    <a:pt x="0" y="0"/>
                  </a:moveTo>
                  <a:lnTo>
                    <a:pt x="1774470" y="0"/>
                  </a:lnTo>
                  <a:lnTo>
                    <a:pt x="1774470" y="1838034"/>
                  </a:lnTo>
                  <a:lnTo>
                    <a:pt x="0" y="183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91" t="0" r="-179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704756" y="28575"/>
              <a:ext cx="10646815" cy="11425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48"/>
                </a:lnSpc>
              </a:pPr>
              <a:r>
                <a:rPr lang="en-US" b="true" sz="577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13639" y="915421"/>
              <a:ext cx="9877926" cy="1024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77"/>
                </a:lnSpc>
              </a:pPr>
              <a:r>
                <a:rPr lang="en-US" sz="4626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82738" y="3325139"/>
            <a:ext cx="13910700" cy="6465700"/>
          </a:xfrm>
          <a:custGeom>
            <a:avLst/>
            <a:gdLst/>
            <a:ahLst/>
            <a:cxnLst/>
            <a:rect r="r" b="b" t="t" l="l"/>
            <a:pathLst>
              <a:path h="6465700" w="13910700">
                <a:moveTo>
                  <a:pt x="0" y="0"/>
                </a:moveTo>
                <a:lnTo>
                  <a:pt x="13910700" y="0"/>
                </a:lnTo>
                <a:lnTo>
                  <a:pt x="13910700" y="6465700"/>
                </a:lnTo>
                <a:lnTo>
                  <a:pt x="0" y="646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796" r="0" b="-415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36059" y="338057"/>
            <a:ext cx="2667559" cy="2667559"/>
          </a:xfrm>
          <a:custGeom>
            <a:avLst/>
            <a:gdLst/>
            <a:ahLst/>
            <a:cxnLst/>
            <a:rect r="r" b="b" t="t" l="l"/>
            <a:pathLst>
              <a:path h="2667559" w="2667559">
                <a:moveTo>
                  <a:pt x="0" y="0"/>
                </a:moveTo>
                <a:lnTo>
                  <a:pt x="2667559" y="0"/>
                </a:lnTo>
                <a:lnTo>
                  <a:pt x="2667559" y="2667559"/>
                </a:lnTo>
                <a:lnTo>
                  <a:pt x="0" y="2667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9876" y="1797895"/>
            <a:ext cx="7019752" cy="2462111"/>
          </a:xfrm>
          <a:custGeom>
            <a:avLst/>
            <a:gdLst/>
            <a:ahLst/>
            <a:cxnLst/>
            <a:rect r="r" b="b" t="t" l="l"/>
            <a:pathLst>
              <a:path h="2462111" w="7019752">
                <a:moveTo>
                  <a:pt x="0" y="0"/>
                </a:moveTo>
                <a:lnTo>
                  <a:pt x="7019752" y="0"/>
                </a:lnTo>
                <a:lnTo>
                  <a:pt x="7019752" y="2462111"/>
                </a:lnTo>
                <a:lnTo>
                  <a:pt x="0" y="2462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22698" y="9621587"/>
            <a:ext cx="1660777" cy="1469400"/>
            <a:chOff x="0" y="0"/>
            <a:chExt cx="437406" cy="3870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68016" y="9621587"/>
            <a:ext cx="489701" cy="1469400"/>
            <a:chOff x="0" y="0"/>
            <a:chExt cx="128975" cy="387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07191" y="2789115"/>
            <a:ext cx="13749424" cy="5986388"/>
          </a:xfrm>
          <a:custGeom>
            <a:avLst/>
            <a:gdLst/>
            <a:ahLst/>
            <a:cxnLst/>
            <a:rect r="r" b="b" t="t" l="l"/>
            <a:pathLst>
              <a:path h="5986388" w="13749424">
                <a:moveTo>
                  <a:pt x="0" y="0"/>
                </a:moveTo>
                <a:lnTo>
                  <a:pt x="13749424" y="0"/>
                </a:lnTo>
                <a:lnTo>
                  <a:pt x="13749424" y="5986387"/>
                </a:lnTo>
                <a:lnTo>
                  <a:pt x="0" y="5986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166" r="0" b="-1416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1746" y="2073878"/>
            <a:ext cx="7525816" cy="71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89"/>
              </a:lnSpc>
              <a:spcBef>
                <a:spcPct val="0"/>
              </a:spcBef>
            </a:pPr>
            <a:r>
              <a:rPr lang="en-US" b="true" sz="4663" strike="noStrike" u="none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NOSSOS DIFERENCIAIS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4157" y="8937427"/>
            <a:ext cx="2153034" cy="5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3364" spc="23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VALORES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47535" y="8937427"/>
            <a:ext cx="4174440" cy="5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3364" spc="23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CONFIABILIDADE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62319" y="8995873"/>
            <a:ext cx="3430484" cy="5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3364" spc="23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COMPETÊNCIA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75061" y="8937427"/>
            <a:ext cx="4174440" cy="5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3364" spc="23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ENTREGA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399011" y="375864"/>
            <a:ext cx="7283811" cy="1143885"/>
            <a:chOff x="0" y="0"/>
            <a:chExt cx="9711748" cy="15251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5224" cy="1445203"/>
            </a:xfrm>
            <a:custGeom>
              <a:avLst/>
              <a:gdLst/>
              <a:ahLst/>
              <a:cxnLst/>
              <a:rect r="r" b="b" t="t" l="l"/>
              <a:pathLst>
                <a:path h="1445203" w="1395224">
                  <a:moveTo>
                    <a:pt x="0" y="0"/>
                  </a:moveTo>
                  <a:lnTo>
                    <a:pt x="1395224" y="0"/>
                  </a:lnTo>
                  <a:lnTo>
                    <a:pt x="1395224" y="1445203"/>
                  </a:lnTo>
                  <a:lnTo>
                    <a:pt x="0" y="1445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91" t="0" r="-179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340409" y="28575"/>
              <a:ext cx="8371338" cy="892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91"/>
                </a:lnSpc>
              </a:pPr>
              <a:r>
                <a:rPr lang="en-US" b="true" sz="4537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83276" y="720502"/>
              <a:ext cx="7766779" cy="804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92"/>
                </a:lnSpc>
              </a:pPr>
              <a:r>
                <a:rPr lang="en-US" sz="3637">
                  <a:solidFill>
                    <a:srgbClr val="595959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89311" y="-1889137"/>
            <a:ext cx="6062923" cy="6038007"/>
          </a:xfrm>
          <a:custGeom>
            <a:avLst/>
            <a:gdLst/>
            <a:ahLst/>
            <a:cxnLst/>
            <a:rect r="r" b="b" t="t" l="l"/>
            <a:pathLst>
              <a:path h="6038007" w="6062923">
                <a:moveTo>
                  <a:pt x="0" y="0"/>
                </a:moveTo>
                <a:lnTo>
                  <a:pt x="6062923" y="0"/>
                </a:lnTo>
                <a:lnTo>
                  <a:pt x="6062923" y="6038006"/>
                </a:lnTo>
                <a:lnTo>
                  <a:pt x="0" y="6038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99271" y="-440700"/>
            <a:ext cx="1660777" cy="1469400"/>
            <a:chOff x="0" y="0"/>
            <a:chExt cx="437406" cy="3870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9848" y="3877714"/>
            <a:ext cx="16798152" cy="5414042"/>
          </a:xfrm>
          <a:custGeom>
            <a:avLst/>
            <a:gdLst/>
            <a:ahLst/>
            <a:cxnLst/>
            <a:rect r="r" b="b" t="t" l="l"/>
            <a:pathLst>
              <a:path h="5414042" w="16798152">
                <a:moveTo>
                  <a:pt x="0" y="0"/>
                </a:moveTo>
                <a:lnTo>
                  <a:pt x="16798152" y="0"/>
                </a:lnTo>
                <a:lnTo>
                  <a:pt x="16798152" y="5414042"/>
                </a:lnTo>
                <a:lnTo>
                  <a:pt x="0" y="5414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9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01769" y="9258300"/>
            <a:ext cx="1660777" cy="1469400"/>
            <a:chOff x="0" y="0"/>
            <a:chExt cx="437406" cy="3870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44589" y="-440700"/>
            <a:ext cx="489701" cy="1469400"/>
            <a:chOff x="0" y="0"/>
            <a:chExt cx="128975" cy="3870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47087" y="9258300"/>
            <a:ext cx="489701" cy="1469400"/>
            <a:chOff x="0" y="0"/>
            <a:chExt cx="128975" cy="3870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55128" y="4610484"/>
            <a:ext cx="441245" cy="44124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55128" y="6143490"/>
            <a:ext cx="441245" cy="44124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55128" y="7578257"/>
            <a:ext cx="441245" cy="44124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450644" y="1608875"/>
            <a:ext cx="7593255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 strike="noStrike" u="none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CONCORRENTES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64326" y="5919583"/>
            <a:ext cx="2559348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6DAC"/>
                </a:solidFill>
                <a:latin typeface="Raleway"/>
                <a:ea typeface="Raleway"/>
                <a:cs typeface="Raleway"/>
                <a:sym typeface="Raleway"/>
              </a:rPr>
              <a:t>Texto do seu parágrafo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44585" y="3881050"/>
            <a:ext cx="3302686" cy="55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7"/>
              </a:lnSpc>
              <a:spcBef>
                <a:spcPct val="0"/>
              </a:spcBef>
            </a:pPr>
            <a:r>
              <a:rPr lang="en-US" b="true" sz="3563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DOBEM TECH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5873" y="6791379"/>
            <a:ext cx="5264143" cy="77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56"/>
              </a:lnSpc>
              <a:spcBef>
                <a:spcPct val="0"/>
              </a:spcBef>
            </a:pPr>
            <a:r>
              <a:rPr lang="en-US" sz="512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ABDO CASSEB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5873" y="7667429"/>
            <a:ext cx="5264143" cy="164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abdo.casseb@dobemtecnologia.com</a:t>
            </a:r>
          </a:p>
          <a:p>
            <a:pPr algn="l">
              <a:lnSpc>
                <a:spcPts val="3297"/>
              </a:lnSpc>
            </a:pPr>
            <a:r>
              <a:rPr lang="en-US" sz="2355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+55 91 99314 4881</a:t>
            </a:r>
          </a:p>
          <a:p>
            <a:pPr algn="l">
              <a:lnSpc>
                <a:spcPts val="3297"/>
              </a:lnSpc>
            </a:pPr>
          </a:p>
          <a:p>
            <a:pPr algn="l">
              <a:lnSpc>
                <a:spcPts val="329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11065" y="2330613"/>
            <a:ext cx="10555973" cy="6986135"/>
          </a:xfrm>
          <a:custGeom>
            <a:avLst/>
            <a:gdLst/>
            <a:ahLst/>
            <a:cxnLst/>
            <a:rect r="r" b="b" t="t" l="l"/>
            <a:pathLst>
              <a:path h="6986135" w="10555973">
                <a:moveTo>
                  <a:pt x="0" y="0"/>
                </a:moveTo>
                <a:lnTo>
                  <a:pt x="10555973" y="0"/>
                </a:lnTo>
                <a:lnTo>
                  <a:pt x="10555973" y="6986135"/>
                </a:lnTo>
                <a:lnTo>
                  <a:pt x="0" y="6986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548141"/>
            <a:ext cx="9595518" cy="1454814"/>
            <a:chOff x="0" y="0"/>
            <a:chExt cx="12794023" cy="1939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8034" cy="1838034"/>
            </a:xfrm>
            <a:custGeom>
              <a:avLst/>
              <a:gdLst/>
              <a:ahLst/>
              <a:cxnLst/>
              <a:rect r="r" b="b" t="t" l="l"/>
              <a:pathLst>
                <a:path h="1838034" w="1838034">
                  <a:moveTo>
                    <a:pt x="0" y="0"/>
                  </a:moveTo>
                  <a:lnTo>
                    <a:pt x="1838034" y="0"/>
                  </a:lnTo>
                  <a:lnTo>
                    <a:pt x="1838034" y="1838034"/>
                  </a:lnTo>
                  <a:lnTo>
                    <a:pt x="0" y="183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765823" y="28575"/>
              <a:ext cx="11028200" cy="11425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48"/>
                </a:lnSpc>
              </a:pPr>
              <a:r>
                <a:rPr lang="en-US" b="true" sz="577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DOBEM TECH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085770" y="915421"/>
              <a:ext cx="10231768" cy="1024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77"/>
                </a:lnSpc>
              </a:pPr>
              <a:r>
                <a:rPr lang="en-US" sz="4626">
                  <a:solidFill>
                    <a:srgbClr val="0A0A0A"/>
                  </a:solidFill>
                  <a:latin typeface="Nunito"/>
                  <a:ea typeface="Nunito"/>
                  <a:cs typeface="Nunito"/>
                  <a:sym typeface="Nunito"/>
                </a:rPr>
                <a:t>Tecnologia para o bem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499398"/>
            <a:ext cx="4992738" cy="65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14"/>
              </a:lnSpc>
              <a:spcBef>
                <a:spcPct val="0"/>
              </a:spcBef>
            </a:pPr>
            <a:r>
              <a:rPr lang="en-US" b="true" sz="4273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GOSTOU ???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5348" y="4256195"/>
            <a:ext cx="5965192" cy="213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80"/>
              </a:lnSpc>
            </a:pPr>
            <a:r>
              <a:rPr lang="en-US" b="true" sz="2414">
                <a:solidFill>
                  <a:srgbClr val="00306D"/>
                </a:solidFill>
                <a:latin typeface="Raleway Bold"/>
                <a:ea typeface="Raleway Bold"/>
                <a:cs typeface="Raleway Bold"/>
                <a:sym typeface="Raleway Bold"/>
              </a:rPr>
              <a:t>Preparado para dar um show no seu atendimento? 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b="true" sz="2414">
                <a:solidFill>
                  <a:srgbClr val="00306D"/>
                </a:solidFill>
                <a:latin typeface="Raleway Bold"/>
                <a:ea typeface="Raleway Bold"/>
                <a:cs typeface="Raleway Bold"/>
                <a:sym typeface="Raleway Bold"/>
              </a:rPr>
              <a:t>Marque uma demonstração ao vivo e descubra o que faz a diferença na prática!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DAGrXAukQ8Y</dc:identifier>
  <dcterms:modified xsi:type="dcterms:W3CDTF">2011-08-01T06:04:30Z</dcterms:modified>
  <cp:revision>1</cp:revision>
  <dc:title>Aprenda o básico</dc:title>
</cp:coreProperties>
</file>